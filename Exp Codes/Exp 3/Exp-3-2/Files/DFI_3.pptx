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18"/>
    <p:restoredTop sz="94694"/>
  </p:normalViewPr>
  <p:slideViewPr>
    <p:cSldViewPr snapToGrid="0">
      <p:cViewPr varScale="1">
        <p:scale>
          <a:sx n="121" d="100"/>
          <a:sy n="121" d="100"/>
        </p:scale>
        <p:origin x="8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D6ACD3-90DF-894B-BB58-30A5D926296F}" type="datetimeFigureOut">
              <a:rPr lang="en-CN" smtClean="0"/>
              <a:t>2023/9/24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8B89BF-CCC8-E440-85E0-BF96062A1AD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86829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8B89BF-CCC8-E440-85E0-BF96062A1AD5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40091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8E909-D835-29EB-8182-D7FDA7C0F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8B69AB-4959-FF6C-47DC-5EC1BE68A5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2EE3F-3532-02A7-20DF-65F419BC9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B7AC6-1AA3-9643-ABE0-BA61021BB331}" type="datetimeFigureOut">
              <a:rPr lang="en-CN" smtClean="0"/>
              <a:t>2023/9/23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313F8-FEC5-5504-7967-905B2D9CC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1475D-0E9E-4F71-DC0F-02BCF1E6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189F-279D-F348-965C-36898F1A158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41129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04949-C5C8-5E46-5423-6AA0B9861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BCCAD-7CCA-3F3B-5C95-7CAA61459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D8EEB-94F9-AAAA-786C-5DA31D150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B7AC6-1AA3-9643-ABE0-BA61021BB331}" type="datetimeFigureOut">
              <a:rPr lang="en-CN" smtClean="0"/>
              <a:t>2023/9/23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0A686-5FF2-781E-73D1-62D49C794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7FC87-E72F-7AF8-29C9-6E10FF583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189F-279D-F348-965C-36898F1A158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68334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104E7-E925-B884-5A5B-825B45804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400BD-3414-F336-0A40-27D5EC22B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8475A-6ED1-92FD-A6A7-C701E5675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B7AC6-1AA3-9643-ABE0-BA61021BB331}" type="datetimeFigureOut">
              <a:rPr lang="en-CN" smtClean="0"/>
              <a:t>2023/9/23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64046-D3B1-A078-DF78-DF1E6A247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883AA-0871-10B1-3C88-65236863E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189F-279D-F348-965C-36898F1A158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95251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58D05-497C-E62D-A2E6-09E320A1D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A798D-AAF6-802D-F7D9-822281CD9F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9DF63-470C-40CF-D907-5E88E02F3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22DB4-33FB-1650-BCAD-1120D9E0A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B7AC6-1AA3-9643-ABE0-BA61021BB331}" type="datetimeFigureOut">
              <a:rPr lang="en-CN" smtClean="0"/>
              <a:t>2023/9/23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57AF8-C6A9-857E-BB25-0879FB3A0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6D6D0-2E55-E449-CA0D-B7A325CBB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189F-279D-F348-965C-36898F1A158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0632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25B5F-B4F0-72FA-D3B0-38E2F9515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A24F9-1F28-458C-DB54-CAFD341F1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A1835-F260-41B8-A9DF-73EB83EA9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1491C3-DAB9-066E-7029-3871AC508F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AFAF7D-4057-DB6E-6227-8A1F7EBD3C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60432A-11E5-E952-4385-430B4C2D9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B7AC6-1AA3-9643-ABE0-BA61021BB331}" type="datetimeFigureOut">
              <a:rPr lang="en-CN" smtClean="0"/>
              <a:t>2023/9/23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F2432-8EBE-29A0-B478-A08B941FB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22842D-9946-1F86-1C9B-7A798439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189F-279D-F348-965C-36898F1A158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44981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0A8B6-0BDD-D4B7-B88C-786078F92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5EBA2C-3ABA-4729-6BED-CBE1C494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B7AC6-1AA3-9643-ABE0-BA61021BB331}" type="datetimeFigureOut">
              <a:rPr lang="en-CN" smtClean="0"/>
              <a:t>2023/9/23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AF36C-9932-90D8-32C5-21D9EC50A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C9209F-6D4B-9FC5-90F9-5FD22401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189F-279D-F348-965C-36898F1A158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05590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D918E0-3716-BA0F-CAD6-27F298384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B7AC6-1AA3-9643-ABE0-BA61021BB331}" type="datetimeFigureOut">
              <a:rPr lang="en-CN" smtClean="0"/>
              <a:t>2023/9/23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81E99F-6147-DECF-DA99-0907D17B1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202B8-CF17-8723-AC97-45472FCF9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189F-279D-F348-965C-36898F1A158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26585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09218-A3F7-9E45-89B9-ACDE62BC3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99B47-4C35-8E2E-3E28-62658C431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093B8-1DA1-4F29-A9F4-0A99CB1B3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C432D-18B0-23C8-980F-58091B053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B7AC6-1AA3-9643-ABE0-BA61021BB331}" type="datetimeFigureOut">
              <a:rPr lang="en-CN" smtClean="0"/>
              <a:t>2023/9/23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9A7A05-9130-1E84-8DBB-F3067D6F7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0C64C-FBD8-30A9-1231-0E99219C3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189F-279D-F348-965C-36898F1A158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6368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83561-C895-B168-3E58-D52013CFA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3D1CD4-F61C-9934-09D3-D512F541B7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6DBBA7-C3B0-0C21-57F0-3E22A6AED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BA00A-D31E-0D69-F083-9928F6236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B7AC6-1AA3-9643-ABE0-BA61021BB331}" type="datetimeFigureOut">
              <a:rPr lang="en-CN" smtClean="0"/>
              <a:t>2023/9/23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FAE50-7338-6E6A-FBE5-314CC994B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36138-6855-AD38-E0FC-64FEF2FF3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189F-279D-F348-965C-36898F1A158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09964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F2C7C-9B18-948E-7598-BB97DE7CB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0137D1-FF4B-15BF-982B-412A76D43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A16FC-AB94-E0C4-1331-930F1C2DA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B7AC6-1AA3-9643-ABE0-BA61021BB331}" type="datetimeFigureOut">
              <a:rPr lang="en-CN" smtClean="0"/>
              <a:t>2023/9/23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C501F-5EC4-C8F2-AD72-2E61986AA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147A4-6CC5-1439-BDDC-2D321145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189F-279D-F348-965C-36898F1A158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93808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B32420-83A4-B18C-E0EC-61AA12AB19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1DB76-78B4-4719-B29A-93F69F885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64516-B96A-2F3A-0187-F2BD37320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B7AC6-1AA3-9643-ABE0-BA61021BB331}" type="datetimeFigureOut">
              <a:rPr lang="en-CN" smtClean="0"/>
              <a:t>2023/9/23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DF300-D6A5-895B-2ECB-14DB4E625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5B331-BBFB-815F-3568-CEBBEC714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189F-279D-F348-965C-36898F1A158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52686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84A955-4737-E8EF-A4C0-5DEE099E3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84D9F-051D-6E8A-454A-29C61527E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79C2F-9F22-DA96-A688-556160AF0C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B7AC6-1AA3-9643-ABE0-BA61021BB331}" type="datetimeFigureOut">
              <a:rPr lang="en-CN" smtClean="0"/>
              <a:t>2023/9/23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76641-B39A-C3CF-DCB8-A9AD7AB04C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53B00-FBF4-37DB-2DD7-CC8C988281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81189F-279D-F348-965C-36898F1A158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23729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FA97A4-0F66-BAF3-7C4E-01D2EAD16F01}"/>
              </a:ext>
            </a:extLst>
          </p:cNvPr>
          <p:cNvSpPr txBox="1"/>
          <p:nvPr/>
        </p:nvSpPr>
        <p:spPr>
          <a:xfrm>
            <a:off x="514156" y="1330297"/>
            <a:ext cx="10054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dirty="0"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</a:p>
          <a:p>
            <a:pPr algn="ctr"/>
            <a:r>
              <a:rPr lang="en-CN" dirty="0">
                <a:latin typeface="Arial" panose="020B0604020202020204" pitchFamily="34" charset="0"/>
                <a:cs typeface="Arial" panose="020B0604020202020204" pitchFamily="34" charset="0"/>
              </a:rPr>
              <a:t>Flash</a:t>
            </a:r>
          </a:p>
          <a:p>
            <a:pPr algn="ctr"/>
            <a:r>
              <a:rPr lang="en-CN" dirty="0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C676C3-3712-C652-8FDF-94BB9646D509}"/>
              </a:ext>
            </a:extLst>
          </p:cNvPr>
          <p:cNvSpPr txBox="1"/>
          <p:nvPr/>
        </p:nvSpPr>
        <p:spPr>
          <a:xfrm>
            <a:off x="2439664" y="122708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dirty="0">
                <a:latin typeface="Arial" panose="020B0604020202020204" pitchFamily="34" charset="0"/>
                <a:cs typeface="Arial" panose="020B0604020202020204" pitchFamily="34" charset="0"/>
              </a:rPr>
              <a:t>Inducer Flash Number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545D84-DFCA-817A-71B6-520166F0FE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532860"/>
              </p:ext>
            </p:extLst>
          </p:nvPr>
        </p:nvGraphicFramePr>
        <p:xfrm>
          <a:off x="1740653" y="660665"/>
          <a:ext cx="3865365" cy="22625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195">
                  <a:extLst>
                    <a:ext uri="{9D8B030D-6E8A-4147-A177-3AD203B41FA5}">
                      <a16:colId xmlns:a16="http://schemas.microsoft.com/office/drawing/2014/main" val="1046908300"/>
                    </a:ext>
                  </a:extLst>
                </a:gridCol>
                <a:gridCol w="552195">
                  <a:extLst>
                    <a:ext uri="{9D8B030D-6E8A-4147-A177-3AD203B41FA5}">
                      <a16:colId xmlns:a16="http://schemas.microsoft.com/office/drawing/2014/main" val="456616567"/>
                    </a:ext>
                  </a:extLst>
                </a:gridCol>
                <a:gridCol w="552195">
                  <a:extLst>
                    <a:ext uri="{9D8B030D-6E8A-4147-A177-3AD203B41FA5}">
                      <a16:colId xmlns:a16="http://schemas.microsoft.com/office/drawing/2014/main" val="1695834015"/>
                    </a:ext>
                  </a:extLst>
                </a:gridCol>
                <a:gridCol w="552195">
                  <a:extLst>
                    <a:ext uri="{9D8B030D-6E8A-4147-A177-3AD203B41FA5}">
                      <a16:colId xmlns:a16="http://schemas.microsoft.com/office/drawing/2014/main" val="844568697"/>
                    </a:ext>
                  </a:extLst>
                </a:gridCol>
                <a:gridCol w="552195">
                  <a:extLst>
                    <a:ext uri="{9D8B030D-6E8A-4147-A177-3AD203B41FA5}">
                      <a16:colId xmlns:a16="http://schemas.microsoft.com/office/drawing/2014/main" val="1795963383"/>
                    </a:ext>
                  </a:extLst>
                </a:gridCol>
                <a:gridCol w="552195">
                  <a:extLst>
                    <a:ext uri="{9D8B030D-6E8A-4147-A177-3AD203B41FA5}">
                      <a16:colId xmlns:a16="http://schemas.microsoft.com/office/drawing/2014/main" val="3291682683"/>
                    </a:ext>
                  </a:extLst>
                </a:gridCol>
                <a:gridCol w="552195">
                  <a:extLst>
                    <a:ext uri="{9D8B030D-6E8A-4147-A177-3AD203B41FA5}">
                      <a16:colId xmlns:a16="http://schemas.microsoft.com/office/drawing/2014/main" val="3290758792"/>
                    </a:ext>
                  </a:extLst>
                </a:gridCol>
              </a:tblGrid>
              <a:tr h="377099">
                <a:tc>
                  <a:txBody>
                    <a:bodyPr/>
                    <a:lstStyle/>
                    <a:p>
                      <a:pPr algn="ctr"/>
                      <a:endParaRPr lang="en-CN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0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2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3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4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r>
                        <a:rPr lang="en-CN" dirty="0"/>
                        <a:t>ot.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139422"/>
                  </a:ext>
                </a:extLst>
              </a:tr>
              <a:tr h="377099"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0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257811"/>
                  </a:ext>
                </a:extLst>
              </a:tr>
              <a:tr h="377099"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8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2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2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648113"/>
                  </a:ext>
                </a:extLst>
              </a:tr>
              <a:tr h="377099"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2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8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</a:t>
                      </a:r>
                      <a:r>
                        <a:rPr lang="en-CN" i="1" dirty="0"/>
                        <a:t>6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928098"/>
                  </a:ext>
                </a:extLst>
              </a:tr>
              <a:tr h="377099"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3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015973"/>
                  </a:ext>
                </a:extLst>
              </a:tr>
              <a:tr h="3770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r>
                        <a:rPr lang="en-CN" dirty="0"/>
                        <a:t>ot.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85908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4F3770D-EE2C-859E-B2CA-0D14F023B3F9}"/>
              </a:ext>
            </a:extLst>
          </p:cNvPr>
          <p:cNvSpPr txBox="1"/>
          <p:nvPr/>
        </p:nvSpPr>
        <p:spPr>
          <a:xfrm>
            <a:off x="5894616" y="1455872"/>
            <a:ext cx="938893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dirty="0">
                <a:latin typeface="Arial" panose="020B0604020202020204" pitchFamily="34" charset="0"/>
                <a:cs typeface="Arial" panose="020B0604020202020204" pitchFamily="34" charset="0"/>
              </a:rPr>
              <a:t>Fission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B628E-0E7C-FB34-FA48-7EA08B1EFD3C}"/>
              </a:ext>
            </a:extLst>
          </p:cNvPr>
          <p:cNvSpPr txBox="1"/>
          <p:nvPr/>
        </p:nvSpPr>
        <p:spPr>
          <a:xfrm>
            <a:off x="5894616" y="2102203"/>
            <a:ext cx="938893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dirty="0">
                <a:latin typeface="Arial" panose="020B0604020202020204" pitchFamily="34" charset="0"/>
                <a:cs typeface="Arial" panose="020B0604020202020204" pitchFamily="34" charset="0"/>
              </a:rPr>
              <a:t>Fusion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EE4269-5A81-21F4-10BC-0E0169B5ED79}"/>
              </a:ext>
            </a:extLst>
          </p:cNvPr>
          <p:cNvSpPr txBox="1"/>
          <p:nvPr/>
        </p:nvSpPr>
        <p:spPr>
          <a:xfrm>
            <a:off x="5894615" y="934146"/>
            <a:ext cx="938893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Congruent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35C319E-20FD-C176-E59E-852FA24F4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64" y="3276335"/>
            <a:ext cx="64135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24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FA97A4-0F66-BAF3-7C4E-01D2EAD16F01}"/>
              </a:ext>
            </a:extLst>
          </p:cNvPr>
          <p:cNvSpPr txBox="1"/>
          <p:nvPr/>
        </p:nvSpPr>
        <p:spPr>
          <a:xfrm>
            <a:off x="514156" y="1330297"/>
            <a:ext cx="10054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dirty="0"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</a:p>
          <a:p>
            <a:pPr algn="ctr"/>
            <a:r>
              <a:rPr lang="en-CN" dirty="0">
                <a:latin typeface="Arial" panose="020B0604020202020204" pitchFamily="34" charset="0"/>
                <a:cs typeface="Arial" panose="020B0604020202020204" pitchFamily="34" charset="0"/>
              </a:rPr>
              <a:t>Flash</a:t>
            </a:r>
          </a:p>
          <a:p>
            <a:pPr algn="ctr"/>
            <a:r>
              <a:rPr lang="en-CN" dirty="0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</a:p>
          <a:p>
            <a:pPr algn="ctr"/>
            <a:r>
              <a:rPr lang="en-C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C676C3-3712-C652-8FDF-94BB9646D509}"/>
              </a:ext>
            </a:extLst>
          </p:cNvPr>
          <p:cNvSpPr txBox="1"/>
          <p:nvPr/>
        </p:nvSpPr>
        <p:spPr>
          <a:xfrm>
            <a:off x="2337040" y="122708"/>
            <a:ext cx="2672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dirty="0">
                <a:latin typeface="Arial" panose="020B0604020202020204" pitchFamily="34" charset="0"/>
                <a:cs typeface="Arial" panose="020B0604020202020204" pitchFamily="34" charset="0"/>
              </a:rPr>
              <a:t>Inducer Flash Number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CN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545D84-DFCA-817A-71B6-520166F0FE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898251"/>
              </p:ext>
            </p:extLst>
          </p:nvPr>
        </p:nvGraphicFramePr>
        <p:xfrm>
          <a:off x="1740653" y="660665"/>
          <a:ext cx="3865365" cy="22625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195">
                  <a:extLst>
                    <a:ext uri="{9D8B030D-6E8A-4147-A177-3AD203B41FA5}">
                      <a16:colId xmlns:a16="http://schemas.microsoft.com/office/drawing/2014/main" val="1046908300"/>
                    </a:ext>
                  </a:extLst>
                </a:gridCol>
                <a:gridCol w="552195">
                  <a:extLst>
                    <a:ext uri="{9D8B030D-6E8A-4147-A177-3AD203B41FA5}">
                      <a16:colId xmlns:a16="http://schemas.microsoft.com/office/drawing/2014/main" val="456616567"/>
                    </a:ext>
                  </a:extLst>
                </a:gridCol>
                <a:gridCol w="552195">
                  <a:extLst>
                    <a:ext uri="{9D8B030D-6E8A-4147-A177-3AD203B41FA5}">
                      <a16:colId xmlns:a16="http://schemas.microsoft.com/office/drawing/2014/main" val="1695834015"/>
                    </a:ext>
                  </a:extLst>
                </a:gridCol>
                <a:gridCol w="552195">
                  <a:extLst>
                    <a:ext uri="{9D8B030D-6E8A-4147-A177-3AD203B41FA5}">
                      <a16:colId xmlns:a16="http://schemas.microsoft.com/office/drawing/2014/main" val="844568697"/>
                    </a:ext>
                  </a:extLst>
                </a:gridCol>
                <a:gridCol w="552195">
                  <a:extLst>
                    <a:ext uri="{9D8B030D-6E8A-4147-A177-3AD203B41FA5}">
                      <a16:colId xmlns:a16="http://schemas.microsoft.com/office/drawing/2014/main" val="1795963383"/>
                    </a:ext>
                  </a:extLst>
                </a:gridCol>
                <a:gridCol w="552195">
                  <a:extLst>
                    <a:ext uri="{9D8B030D-6E8A-4147-A177-3AD203B41FA5}">
                      <a16:colId xmlns:a16="http://schemas.microsoft.com/office/drawing/2014/main" val="3291682683"/>
                    </a:ext>
                  </a:extLst>
                </a:gridCol>
                <a:gridCol w="552195">
                  <a:extLst>
                    <a:ext uri="{9D8B030D-6E8A-4147-A177-3AD203B41FA5}">
                      <a16:colId xmlns:a16="http://schemas.microsoft.com/office/drawing/2014/main" val="3290758792"/>
                    </a:ext>
                  </a:extLst>
                </a:gridCol>
              </a:tblGrid>
              <a:tr h="377099">
                <a:tc>
                  <a:txBody>
                    <a:bodyPr/>
                    <a:lstStyle/>
                    <a:p>
                      <a:pPr algn="ctr"/>
                      <a:endParaRPr lang="en-CN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0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2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3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4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r>
                        <a:rPr lang="en-CN" dirty="0"/>
                        <a:t>ot.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139422"/>
                  </a:ext>
                </a:extLst>
              </a:tr>
              <a:tr h="377099"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0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6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257811"/>
                  </a:ext>
                </a:extLst>
              </a:tr>
              <a:tr h="377099"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36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144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36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15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246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648113"/>
                  </a:ext>
                </a:extLst>
              </a:tr>
              <a:tr h="377099"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2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144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36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246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928098"/>
                  </a:ext>
                </a:extLst>
              </a:tr>
              <a:tr h="377099"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3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/>
                        <a:t>12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18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18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015973"/>
                  </a:ext>
                </a:extLst>
              </a:tr>
              <a:tr h="3770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r>
                        <a:rPr lang="en-CN" dirty="0"/>
                        <a:t>ot.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85908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4F3770D-EE2C-859E-B2CA-0D14F023B3F9}"/>
              </a:ext>
            </a:extLst>
          </p:cNvPr>
          <p:cNvSpPr txBox="1"/>
          <p:nvPr/>
        </p:nvSpPr>
        <p:spPr>
          <a:xfrm>
            <a:off x="5894616" y="1455872"/>
            <a:ext cx="938893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dirty="0">
                <a:latin typeface="Arial" panose="020B0604020202020204" pitchFamily="34" charset="0"/>
                <a:cs typeface="Arial" panose="020B0604020202020204" pitchFamily="34" charset="0"/>
              </a:rPr>
              <a:t>Fission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B628E-0E7C-FB34-FA48-7EA08B1EFD3C}"/>
              </a:ext>
            </a:extLst>
          </p:cNvPr>
          <p:cNvSpPr txBox="1"/>
          <p:nvPr/>
        </p:nvSpPr>
        <p:spPr>
          <a:xfrm>
            <a:off x="5894616" y="2102203"/>
            <a:ext cx="938893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dirty="0">
                <a:latin typeface="Arial" panose="020B0604020202020204" pitchFamily="34" charset="0"/>
                <a:cs typeface="Arial" panose="020B0604020202020204" pitchFamily="34" charset="0"/>
              </a:rPr>
              <a:t>Fusion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EE4269-5A81-21F4-10BC-0E0169B5ED79}"/>
              </a:ext>
            </a:extLst>
          </p:cNvPr>
          <p:cNvSpPr txBox="1"/>
          <p:nvPr/>
        </p:nvSpPr>
        <p:spPr>
          <a:xfrm>
            <a:off x="5894615" y="934146"/>
            <a:ext cx="938893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Congruent</a:t>
            </a:r>
          </a:p>
        </p:txBody>
      </p:sp>
      <p:grpSp>
        <p:nvGrpSpPr>
          <p:cNvPr id="3" name="组合 118">
            <a:extLst>
              <a:ext uri="{FF2B5EF4-FFF2-40B4-BE49-F238E27FC236}">
                <a16:creationId xmlns:a16="http://schemas.microsoft.com/office/drawing/2014/main" id="{501D1106-49B0-5138-E3CB-10ADEBF286ED}"/>
              </a:ext>
            </a:extLst>
          </p:cNvPr>
          <p:cNvGrpSpPr/>
          <p:nvPr/>
        </p:nvGrpSpPr>
        <p:grpSpPr>
          <a:xfrm>
            <a:off x="1428316" y="3429000"/>
            <a:ext cx="5405192" cy="2154487"/>
            <a:chOff x="6043345" y="3820153"/>
            <a:chExt cx="5405192" cy="2154487"/>
          </a:xfrm>
        </p:grpSpPr>
        <p:grpSp>
          <p:nvGrpSpPr>
            <p:cNvPr id="10" name="组合 96">
              <a:extLst>
                <a:ext uri="{FF2B5EF4-FFF2-40B4-BE49-F238E27FC236}">
                  <a16:creationId xmlns:a16="http://schemas.microsoft.com/office/drawing/2014/main" id="{D5CC990C-1C6E-6CE6-DBD5-F369C88F3130}"/>
                </a:ext>
              </a:extLst>
            </p:cNvPr>
            <p:cNvGrpSpPr/>
            <p:nvPr/>
          </p:nvGrpSpPr>
          <p:grpSpPr>
            <a:xfrm>
              <a:off x="6078770" y="4205663"/>
              <a:ext cx="5369767" cy="1185794"/>
              <a:chOff x="6036617" y="2830264"/>
              <a:chExt cx="5369767" cy="1185794"/>
            </a:xfrm>
          </p:grpSpPr>
          <p:grpSp>
            <p:nvGrpSpPr>
              <p:cNvPr id="23" name="组合 67">
                <a:extLst>
                  <a:ext uri="{FF2B5EF4-FFF2-40B4-BE49-F238E27FC236}">
                    <a16:creationId xmlns:a16="http://schemas.microsoft.com/office/drawing/2014/main" id="{4707BCDF-8333-033D-C87A-52AB7F506180}"/>
                  </a:ext>
                </a:extLst>
              </p:cNvPr>
              <p:cNvGrpSpPr/>
              <p:nvPr/>
            </p:nvGrpSpPr>
            <p:grpSpPr>
              <a:xfrm>
                <a:off x="6857846" y="2830264"/>
                <a:ext cx="720000" cy="360000"/>
                <a:chOff x="6905297" y="2511971"/>
                <a:chExt cx="720000" cy="360000"/>
              </a:xfrm>
            </p:grpSpPr>
            <p:cxnSp>
              <p:nvCxnSpPr>
                <p:cNvPr id="42" name="直线连接符 63">
                  <a:extLst>
                    <a:ext uri="{FF2B5EF4-FFF2-40B4-BE49-F238E27FC236}">
                      <a16:creationId xmlns:a16="http://schemas.microsoft.com/office/drawing/2014/main" id="{2B82C657-66C3-1264-9886-95FC5DF03364}"/>
                    </a:ext>
                  </a:extLst>
                </p:cNvPr>
                <p:cNvCxnSpPr/>
                <p:nvPr/>
              </p:nvCxnSpPr>
              <p:spPr>
                <a:xfrm flipV="1">
                  <a:off x="6905297" y="2511971"/>
                  <a:ext cx="0" cy="36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线连接符 64">
                  <a:extLst>
                    <a:ext uri="{FF2B5EF4-FFF2-40B4-BE49-F238E27FC236}">
                      <a16:creationId xmlns:a16="http://schemas.microsoft.com/office/drawing/2014/main" id="{A14CCB85-1366-FBD7-664C-30D5373B4AFB}"/>
                    </a:ext>
                  </a:extLst>
                </p:cNvPr>
                <p:cNvCxnSpPr/>
                <p:nvPr/>
              </p:nvCxnSpPr>
              <p:spPr>
                <a:xfrm flipV="1">
                  <a:off x="7625297" y="2511971"/>
                  <a:ext cx="0" cy="36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线连接符 66">
                  <a:extLst>
                    <a:ext uri="{FF2B5EF4-FFF2-40B4-BE49-F238E27FC236}">
                      <a16:creationId xmlns:a16="http://schemas.microsoft.com/office/drawing/2014/main" id="{13E2ED55-D1E9-ABB2-01C4-0345FE1F6834}"/>
                    </a:ext>
                  </a:extLst>
                </p:cNvPr>
                <p:cNvCxnSpPr/>
                <p:nvPr/>
              </p:nvCxnSpPr>
              <p:spPr>
                <a:xfrm>
                  <a:off x="6905297" y="2517027"/>
                  <a:ext cx="72000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" name="组合 68">
                <a:extLst>
                  <a:ext uri="{FF2B5EF4-FFF2-40B4-BE49-F238E27FC236}">
                    <a16:creationId xmlns:a16="http://schemas.microsoft.com/office/drawing/2014/main" id="{93F9E997-47B2-5653-8D96-5AEDEB3A9D32}"/>
                  </a:ext>
                </a:extLst>
              </p:cNvPr>
              <p:cNvGrpSpPr/>
              <p:nvPr/>
            </p:nvGrpSpPr>
            <p:grpSpPr>
              <a:xfrm>
                <a:off x="8166384" y="2830264"/>
                <a:ext cx="720000" cy="360000"/>
                <a:chOff x="6905297" y="2511971"/>
                <a:chExt cx="720000" cy="360000"/>
              </a:xfrm>
            </p:grpSpPr>
            <p:cxnSp>
              <p:nvCxnSpPr>
                <p:cNvPr id="39" name="直线连接符 69">
                  <a:extLst>
                    <a:ext uri="{FF2B5EF4-FFF2-40B4-BE49-F238E27FC236}">
                      <a16:creationId xmlns:a16="http://schemas.microsoft.com/office/drawing/2014/main" id="{A110F8B4-2D5B-4836-E359-D7CDF7219056}"/>
                    </a:ext>
                  </a:extLst>
                </p:cNvPr>
                <p:cNvCxnSpPr/>
                <p:nvPr/>
              </p:nvCxnSpPr>
              <p:spPr>
                <a:xfrm flipV="1">
                  <a:off x="6905297" y="2511971"/>
                  <a:ext cx="0" cy="36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线连接符 70">
                  <a:extLst>
                    <a:ext uri="{FF2B5EF4-FFF2-40B4-BE49-F238E27FC236}">
                      <a16:creationId xmlns:a16="http://schemas.microsoft.com/office/drawing/2014/main" id="{A0D24044-B2DB-95FB-0C1F-72421F93D896}"/>
                    </a:ext>
                  </a:extLst>
                </p:cNvPr>
                <p:cNvCxnSpPr/>
                <p:nvPr/>
              </p:nvCxnSpPr>
              <p:spPr>
                <a:xfrm flipV="1">
                  <a:off x="7625297" y="2511971"/>
                  <a:ext cx="0" cy="36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线连接符 71">
                  <a:extLst>
                    <a:ext uri="{FF2B5EF4-FFF2-40B4-BE49-F238E27FC236}">
                      <a16:creationId xmlns:a16="http://schemas.microsoft.com/office/drawing/2014/main" id="{E089DF39-F4A3-C6C0-DE4E-014327B35AF6}"/>
                    </a:ext>
                  </a:extLst>
                </p:cNvPr>
                <p:cNvCxnSpPr/>
                <p:nvPr/>
              </p:nvCxnSpPr>
              <p:spPr>
                <a:xfrm>
                  <a:off x="6905297" y="2517027"/>
                  <a:ext cx="72000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" name="组合 72">
                <a:extLst>
                  <a:ext uri="{FF2B5EF4-FFF2-40B4-BE49-F238E27FC236}">
                    <a16:creationId xmlns:a16="http://schemas.microsoft.com/office/drawing/2014/main" id="{2E46A067-8CE8-6730-E4F3-6C1113AA62F1}"/>
                  </a:ext>
                </a:extLst>
              </p:cNvPr>
              <p:cNvGrpSpPr/>
              <p:nvPr/>
            </p:nvGrpSpPr>
            <p:grpSpPr>
              <a:xfrm>
                <a:off x="8166384" y="3656058"/>
                <a:ext cx="720000" cy="360000"/>
                <a:chOff x="6905297" y="2511971"/>
                <a:chExt cx="720000" cy="360000"/>
              </a:xfrm>
            </p:grpSpPr>
            <p:cxnSp>
              <p:nvCxnSpPr>
                <p:cNvPr id="36" name="直线连接符 73">
                  <a:extLst>
                    <a:ext uri="{FF2B5EF4-FFF2-40B4-BE49-F238E27FC236}">
                      <a16:creationId xmlns:a16="http://schemas.microsoft.com/office/drawing/2014/main" id="{64979E83-D895-799B-78FA-0E66EA1EE686}"/>
                    </a:ext>
                  </a:extLst>
                </p:cNvPr>
                <p:cNvCxnSpPr/>
                <p:nvPr/>
              </p:nvCxnSpPr>
              <p:spPr>
                <a:xfrm flipV="1">
                  <a:off x="6905297" y="2511971"/>
                  <a:ext cx="0" cy="36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线连接符 74">
                  <a:extLst>
                    <a:ext uri="{FF2B5EF4-FFF2-40B4-BE49-F238E27FC236}">
                      <a16:creationId xmlns:a16="http://schemas.microsoft.com/office/drawing/2014/main" id="{0BC1003A-4F9C-AF8B-E6F6-A2FD1819DCD4}"/>
                    </a:ext>
                  </a:extLst>
                </p:cNvPr>
                <p:cNvCxnSpPr/>
                <p:nvPr/>
              </p:nvCxnSpPr>
              <p:spPr>
                <a:xfrm flipV="1">
                  <a:off x="7625297" y="2511971"/>
                  <a:ext cx="0" cy="36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线连接符 75">
                  <a:extLst>
                    <a:ext uri="{FF2B5EF4-FFF2-40B4-BE49-F238E27FC236}">
                      <a16:creationId xmlns:a16="http://schemas.microsoft.com/office/drawing/2014/main" id="{4344D3DA-63F0-63C5-0D25-BB2D6419DA3C}"/>
                    </a:ext>
                  </a:extLst>
                </p:cNvPr>
                <p:cNvCxnSpPr/>
                <p:nvPr/>
              </p:nvCxnSpPr>
              <p:spPr>
                <a:xfrm>
                  <a:off x="6905297" y="2517027"/>
                  <a:ext cx="72000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" name="组合 76">
                <a:extLst>
                  <a:ext uri="{FF2B5EF4-FFF2-40B4-BE49-F238E27FC236}">
                    <a16:creationId xmlns:a16="http://schemas.microsoft.com/office/drawing/2014/main" id="{459F7041-D48A-B90B-2272-D78C373D43B9}"/>
                  </a:ext>
                </a:extLst>
              </p:cNvPr>
              <p:cNvGrpSpPr/>
              <p:nvPr/>
            </p:nvGrpSpPr>
            <p:grpSpPr>
              <a:xfrm>
                <a:off x="10277055" y="3649698"/>
                <a:ext cx="720000" cy="360000"/>
                <a:chOff x="6905297" y="2511971"/>
                <a:chExt cx="720000" cy="360000"/>
              </a:xfrm>
            </p:grpSpPr>
            <p:cxnSp>
              <p:nvCxnSpPr>
                <p:cNvPr id="33" name="直线连接符 77">
                  <a:extLst>
                    <a:ext uri="{FF2B5EF4-FFF2-40B4-BE49-F238E27FC236}">
                      <a16:creationId xmlns:a16="http://schemas.microsoft.com/office/drawing/2014/main" id="{05AFD829-8A65-0D09-3E03-281E736A31A5}"/>
                    </a:ext>
                  </a:extLst>
                </p:cNvPr>
                <p:cNvCxnSpPr/>
                <p:nvPr/>
              </p:nvCxnSpPr>
              <p:spPr>
                <a:xfrm flipV="1">
                  <a:off x="6905297" y="2511971"/>
                  <a:ext cx="0" cy="36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线连接符 78">
                  <a:extLst>
                    <a:ext uri="{FF2B5EF4-FFF2-40B4-BE49-F238E27FC236}">
                      <a16:creationId xmlns:a16="http://schemas.microsoft.com/office/drawing/2014/main" id="{8BF35C36-A25E-2C11-7F70-4E6A23FBC875}"/>
                    </a:ext>
                  </a:extLst>
                </p:cNvPr>
                <p:cNvCxnSpPr/>
                <p:nvPr/>
              </p:nvCxnSpPr>
              <p:spPr>
                <a:xfrm flipV="1">
                  <a:off x="7625297" y="2511971"/>
                  <a:ext cx="0" cy="36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线连接符 79">
                  <a:extLst>
                    <a:ext uri="{FF2B5EF4-FFF2-40B4-BE49-F238E27FC236}">
                      <a16:creationId xmlns:a16="http://schemas.microsoft.com/office/drawing/2014/main" id="{E12C0B4F-545C-5EF5-9BD3-9F8C34016C53}"/>
                    </a:ext>
                  </a:extLst>
                </p:cNvPr>
                <p:cNvCxnSpPr/>
                <p:nvPr/>
              </p:nvCxnSpPr>
              <p:spPr>
                <a:xfrm>
                  <a:off x="6905297" y="2517027"/>
                  <a:ext cx="72000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" name="直线连接符 81">
                <a:extLst>
                  <a:ext uri="{FF2B5EF4-FFF2-40B4-BE49-F238E27FC236}">
                    <a16:creationId xmlns:a16="http://schemas.microsoft.com/office/drawing/2014/main" id="{9766F446-DB64-99E8-0F6E-835309A54899}"/>
                  </a:ext>
                </a:extLst>
              </p:cNvPr>
              <p:cNvCxnSpPr/>
              <p:nvPr/>
            </p:nvCxnSpPr>
            <p:spPr>
              <a:xfrm>
                <a:off x="7577846" y="3195894"/>
                <a:ext cx="58853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线连接符 83">
                <a:extLst>
                  <a:ext uri="{FF2B5EF4-FFF2-40B4-BE49-F238E27FC236}">
                    <a16:creationId xmlns:a16="http://schemas.microsoft.com/office/drawing/2014/main" id="{BB4757EC-9FBB-6FE3-7274-5E85B18BC0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86384" y="4009698"/>
                <a:ext cx="1390671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线连接符 85">
                <a:extLst>
                  <a:ext uri="{FF2B5EF4-FFF2-40B4-BE49-F238E27FC236}">
                    <a16:creationId xmlns:a16="http://schemas.microsoft.com/office/drawing/2014/main" id="{F0985FBB-A23C-DB13-C47A-0932E32997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45645" y="4009698"/>
                <a:ext cx="2120739" cy="635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直线连接符 87">
                <a:extLst>
                  <a:ext uri="{FF2B5EF4-FFF2-40B4-BE49-F238E27FC236}">
                    <a16:creationId xmlns:a16="http://schemas.microsoft.com/office/drawing/2014/main" id="{0E8071D0-83A5-C1BB-6F68-7510B067F8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6617" y="3190264"/>
                <a:ext cx="82122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直线箭头连接符 91">
                <a:extLst>
                  <a:ext uri="{FF2B5EF4-FFF2-40B4-BE49-F238E27FC236}">
                    <a16:creationId xmlns:a16="http://schemas.microsoft.com/office/drawing/2014/main" id="{4C2F7018-58B4-7E20-F73B-7CFDE11EF438}"/>
                  </a:ext>
                </a:extLst>
              </p:cNvPr>
              <p:cNvCxnSpPr/>
              <p:nvPr/>
            </p:nvCxnSpPr>
            <p:spPr>
              <a:xfrm flipV="1">
                <a:off x="8886384" y="3179755"/>
                <a:ext cx="252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直线箭头连接符 92">
                <a:extLst>
                  <a:ext uri="{FF2B5EF4-FFF2-40B4-BE49-F238E27FC236}">
                    <a16:creationId xmlns:a16="http://schemas.microsoft.com/office/drawing/2014/main" id="{250FBB52-AEA7-CA12-7E69-24AD843A8B7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997055" y="4002681"/>
                <a:ext cx="40932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" name="文本框 99">
              <a:extLst>
                <a:ext uri="{FF2B5EF4-FFF2-40B4-BE49-F238E27FC236}">
                  <a16:creationId xmlns:a16="http://schemas.microsoft.com/office/drawing/2014/main" id="{EAC3D52E-F867-7912-5678-B83FC3CC8FBF}"/>
                </a:ext>
              </a:extLst>
            </p:cNvPr>
            <p:cNvSpPr txBox="1"/>
            <p:nvPr/>
          </p:nvSpPr>
          <p:spPr>
            <a:xfrm>
              <a:off x="6043345" y="4205663"/>
              <a:ext cx="7735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Visual</a:t>
              </a:r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本框 100">
              <a:extLst>
                <a:ext uri="{FF2B5EF4-FFF2-40B4-BE49-F238E27FC236}">
                  <a16:creationId xmlns:a16="http://schemas.microsoft.com/office/drawing/2014/main" id="{3E761B83-2341-9939-C389-B0ECCC864FFB}"/>
                </a:ext>
              </a:extLst>
            </p:cNvPr>
            <p:cNvSpPr txBox="1"/>
            <p:nvPr/>
          </p:nvSpPr>
          <p:spPr>
            <a:xfrm>
              <a:off x="6078770" y="5002348"/>
              <a:ext cx="10182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Auditory</a:t>
              </a:r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01">
              <a:extLst>
                <a:ext uri="{FF2B5EF4-FFF2-40B4-BE49-F238E27FC236}">
                  <a16:creationId xmlns:a16="http://schemas.microsoft.com/office/drawing/2014/main" id="{71EE2F94-8EC0-87C5-6AEC-2A6E406C1948}"/>
                </a:ext>
              </a:extLst>
            </p:cNvPr>
            <p:cNvSpPr txBox="1"/>
            <p:nvPr/>
          </p:nvSpPr>
          <p:spPr>
            <a:xfrm>
              <a:off x="8219068" y="5047401"/>
              <a:ext cx="6848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17ms</a:t>
              </a:r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文本框 103">
              <a:extLst>
                <a:ext uri="{FF2B5EF4-FFF2-40B4-BE49-F238E27FC236}">
                  <a16:creationId xmlns:a16="http://schemas.microsoft.com/office/drawing/2014/main" id="{FF682E41-C472-D49B-FB4F-3DB07C5ADADD}"/>
                </a:ext>
              </a:extLst>
            </p:cNvPr>
            <p:cNvSpPr txBox="1"/>
            <p:nvPr/>
          </p:nvSpPr>
          <p:spPr>
            <a:xfrm>
              <a:off x="8243733" y="4229707"/>
              <a:ext cx="6848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17ms</a:t>
              </a:r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文本框 104">
              <a:extLst>
                <a:ext uri="{FF2B5EF4-FFF2-40B4-BE49-F238E27FC236}">
                  <a16:creationId xmlns:a16="http://schemas.microsoft.com/office/drawing/2014/main" id="{E782F7DE-C5EA-82E5-B8D6-EAD042B9E083}"/>
                </a:ext>
              </a:extLst>
            </p:cNvPr>
            <p:cNvSpPr txBox="1"/>
            <p:nvPr/>
          </p:nvSpPr>
          <p:spPr>
            <a:xfrm>
              <a:off x="10319208" y="5038348"/>
              <a:ext cx="6848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17ms</a:t>
              </a:r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文本框 105">
              <a:extLst>
                <a:ext uri="{FF2B5EF4-FFF2-40B4-BE49-F238E27FC236}">
                  <a16:creationId xmlns:a16="http://schemas.microsoft.com/office/drawing/2014/main" id="{1C7E32B6-3E84-5169-E369-27A81A29A300}"/>
                </a:ext>
              </a:extLst>
            </p:cNvPr>
            <p:cNvSpPr txBox="1"/>
            <p:nvPr/>
          </p:nvSpPr>
          <p:spPr>
            <a:xfrm>
              <a:off x="6471358" y="4230494"/>
              <a:ext cx="11770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/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50ms</a:t>
              </a:r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06">
              <a:extLst>
                <a:ext uri="{FF2B5EF4-FFF2-40B4-BE49-F238E27FC236}">
                  <a16:creationId xmlns:a16="http://schemas.microsoft.com/office/drawing/2014/main" id="{7A9FE75C-E49C-3D4D-C891-82D83E9D96F6}"/>
                </a:ext>
              </a:extLst>
            </p:cNvPr>
            <p:cNvSpPr txBox="1"/>
            <p:nvPr/>
          </p:nvSpPr>
          <p:spPr>
            <a:xfrm>
              <a:off x="6981717" y="3827970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Cue</a:t>
              </a:r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本框 107">
              <a:extLst>
                <a:ext uri="{FF2B5EF4-FFF2-40B4-BE49-F238E27FC236}">
                  <a16:creationId xmlns:a16="http://schemas.microsoft.com/office/drawing/2014/main" id="{DA063E32-521D-2AD0-7E9B-AE83FC8233C4}"/>
                </a:ext>
              </a:extLst>
            </p:cNvPr>
            <p:cNvSpPr txBox="1"/>
            <p:nvPr/>
          </p:nvSpPr>
          <p:spPr>
            <a:xfrm>
              <a:off x="8174696" y="3820153"/>
              <a:ext cx="6848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Flash</a:t>
              </a:r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本框 110">
              <a:extLst>
                <a:ext uri="{FF2B5EF4-FFF2-40B4-BE49-F238E27FC236}">
                  <a16:creationId xmlns:a16="http://schemas.microsoft.com/office/drawing/2014/main" id="{87522ADC-D487-937F-286B-940D95C19B1E}"/>
                </a:ext>
              </a:extLst>
            </p:cNvPr>
            <p:cNvSpPr txBox="1"/>
            <p:nvPr/>
          </p:nvSpPr>
          <p:spPr>
            <a:xfrm>
              <a:off x="7044657" y="5605308"/>
              <a:ext cx="3616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Temporal profile of a fission trial</a:t>
              </a:r>
              <a:endParaRPr kumimoji="1" lang="zh-CN" altLang="en-US" dirty="0"/>
            </a:p>
          </p:txBody>
        </p:sp>
        <p:cxnSp>
          <p:nvCxnSpPr>
            <p:cNvPr id="20" name="直线箭头连接符 114">
              <a:extLst>
                <a:ext uri="{FF2B5EF4-FFF2-40B4-BE49-F238E27FC236}">
                  <a16:creationId xmlns:a16="http://schemas.microsoft.com/office/drawing/2014/main" id="{1EB5FBAB-D8B3-8C0E-557A-65B60B685365}"/>
                </a:ext>
              </a:extLst>
            </p:cNvPr>
            <p:cNvCxnSpPr/>
            <p:nvPr/>
          </p:nvCxnSpPr>
          <p:spPr>
            <a:xfrm>
              <a:off x="8208537" y="4730562"/>
              <a:ext cx="208554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文本框 117">
              <a:extLst>
                <a:ext uri="{FF2B5EF4-FFF2-40B4-BE49-F238E27FC236}">
                  <a16:creationId xmlns:a16="http://schemas.microsoft.com/office/drawing/2014/main" id="{4BE99BCC-E26A-93DB-BB35-87BD36ED620E}"/>
                </a:ext>
              </a:extLst>
            </p:cNvPr>
            <p:cNvSpPr txBox="1"/>
            <p:nvPr/>
          </p:nvSpPr>
          <p:spPr>
            <a:xfrm>
              <a:off x="9057412" y="4684002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SOA</a:t>
              </a:r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5A2AE6F-1190-331D-9F7B-D8DFBAD8032B}"/>
              </a:ext>
            </a:extLst>
          </p:cNvPr>
          <p:cNvSpPr txBox="1"/>
          <p:nvPr/>
        </p:nvSpPr>
        <p:spPr>
          <a:xfrm>
            <a:off x="7514897" y="2082786"/>
            <a:ext cx="1527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2x4x3 + 2 = 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314E26-4FDC-DE73-4AD2-0915DE8AC455}"/>
              </a:ext>
            </a:extLst>
          </p:cNvPr>
          <p:cNvSpPr txBox="1"/>
          <p:nvPr/>
        </p:nvSpPr>
        <p:spPr>
          <a:xfrm>
            <a:off x="7436069" y="1026479"/>
            <a:ext cx="174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Cue 2 x 4 x 3 pos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C8BDB7E-B0DA-7042-6275-FAC3A0D47B60}"/>
              </a:ext>
            </a:extLst>
          </p:cNvPr>
          <p:cNvSpPr txBox="1"/>
          <p:nvPr/>
        </p:nvSpPr>
        <p:spPr>
          <a:xfrm>
            <a:off x="7798676" y="657147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Cue 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7F38C5-7709-3EEE-7033-5B33A9786C49}"/>
              </a:ext>
            </a:extLst>
          </p:cNvPr>
          <p:cNvSpPr txBox="1"/>
          <p:nvPr/>
        </p:nvSpPr>
        <p:spPr>
          <a:xfrm>
            <a:off x="8345214" y="366811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292641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75EEFD7-4CD6-074B-7984-7F57C95FEB89}"/>
              </a:ext>
            </a:extLst>
          </p:cNvPr>
          <p:cNvSpPr txBox="1"/>
          <p:nvPr/>
        </p:nvSpPr>
        <p:spPr>
          <a:xfrm>
            <a:off x="1071006" y="1166842"/>
            <a:ext cx="1004998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experiment requires you to report 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how many times the target disk flashes.</a:t>
            </a:r>
          </a:p>
          <a:p>
            <a:pPr algn="ctr"/>
            <a:endParaRPr lang="en-US" sz="2400" b="1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the disk flashes once, please press key Z.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the disk flashes twice, please press key /?.</a:t>
            </a:r>
          </a:p>
          <a:p>
            <a:pPr algn="ctr"/>
            <a:endParaRPr lang="en-US" sz="2400" b="1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the disk flashes more than twice, please press key Space.</a:t>
            </a:r>
          </a:p>
          <a:p>
            <a:pPr algn="ctr"/>
            <a:endParaRPr lang="en-US" sz="2400" b="1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There might be other flashes accompanying, 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but you only need to respond to the visual flash.</a:t>
            </a:r>
          </a:p>
          <a:p>
            <a:pPr algn="ctr"/>
            <a:endParaRPr lang="en-US" sz="2400" b="1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Press Space to continue.</a:t>
            </a:r>
          </a:p>
        </p:txBody>
      </p:sp>
    </p:spTree>
    <p:extLst>
      <p:ext uri="{BB962C8B-B14F-4D97-AF65-F5344CB8AC3E}">
        <p14:creationId xmlns:p14="http://schemas.microsoft.com/office/powerpoint/2010/main" val="670446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75EEFD7-4CD6-074B-7984-7F57C95FEB89}"/>
              </a:ext>
            </a:extLst>
          </p:cNvPr>
          <p:cNvSpPr txBox="1"/>
          <p:nvPr/>
        </p:nvSpPr>
        <p:spPr>
          <a:xfrm>
            <a:off x="1071006" y="1166842"/>
            <a:ext cx="1004998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experiment requires you to report 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how many times the target disk flashes.</a:t>
            </a:r>
          </a:p>
          <a:p>
            <a:pPr algn="ctr"/>
            <a:endParaRPr lang="en-US" sz="2400" b="1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the disk flashes once, please press key /?.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the disk flashes twice, please press key Z.</a:t>
            </a:r>
          </a:p>
          <a:p>
            <a:pPr algn="ctr"/>
            <a:endParaRPr lang="en-US" sz="2400" b="1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the disk flashes more than twice, please press key Space.</a:t>
            </a:r>
          </a:p>
          <a:p>
            <a:pPr algn="ctr"/>
            <a:endParaRPr lang="en-US" sz="2400" b="1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There might be other flashes accompanying, 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but you only need to respond to the visual flash.</a:t>
            </a:r>
          </a:p>
          <a:p>
            <a:pPr algn="ctr"/>
            <a:endParaRPr lang="en-US" sz="2400" b="1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Press Space to continue.</a:t>
            </a:r>
          </a:p>
        </p:txBody>
      </p:sp>
    </p:spTree>
    <p:extLst>
      <p:ext uri="{BB962C8B-B14F-4D97-AF65-F5344CB8AC3E}">
        <p14:creationId xmlns:p14="http://schemas.microsoft.com/office/powerpoint/2010/main" val="311168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277</Words>
  <Application>Microsoft Macintosh PowerPoint</Application>
  <PresentationFormat>Widescreen</PresentationFormat>
  <Paragraphs>130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Abel</dc:creator>
  <cp:lastModifiedBy>Abel</cp:lastModifiedBy>
  <cp:revision>5</cp:revision>
  <dcterms:created xsi:type="dcterms:W3CDTF">2023-09-19T12:56:57Z</dcterms:created>
  <dcterms:modified xsi:type="dcterms:W3CDTF">2023-09-23T16:04:39Z</dcterms:modified>
</cp:coreProperties>
</file>